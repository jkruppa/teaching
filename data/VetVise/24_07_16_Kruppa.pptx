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9" r:id="rId4"/>
  </p:sldMasterIdLst>
  <p:notesMasterIdLst>
    <p:notesMasterId r:id="rId15"/>
  </p:notesMasterIdLst>
  <p:handoutMasterIdLst>
    <p:handoutMasterId r:id="rId16"/>
  </p:handoutMasterIdLst>
  <p:sldIdLst>
    <p:sldId id="272" r:id="rId5"/>
    <p:sldId id="271" r:id="rId6"/>
    <p:sldId id="273" r:id="rId7"/>
    <p:sldId id="278" r:id="rId8"/>
    <p:sldId id="279" r:id="rId9"/>
    <p:sldId id="280" r:id="rId10"/>
    <p:sldId id="274" r:id="rId11"/>
    <p:sldId id="275" r:id="rId12"/>
    <p:sldId id="276" r:id="rId13"/>
    <p:sldId id="277" r:id="rId14"/>
  </p:sldIdLst>
  <p:sldSz cx="9144000" cy="5143500" type="screen16x9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SOS Beispiel Präsentation" id="{8373FAF2-09A7-4E07-A776-771B60935D0E}">
          <p14:sldIdLst/>
        </p14:section>
        <p14:section name="HSOS Titel Templates" id="{FC8ABAE3-DB82-5542-82AF-7F451BD76096}">
          <p14:sldIdLst>
            <p14:sldId id="272"/>
            <p14:sldId id="271"/>
            <p14:sldId id="273"/>
            <p14:sldId id="278"/>
            <p14:sldId id="279"/>
            <p14:sldId id="280"/>
            <p14:sldId id="274"/>
            <p14:sldId id="275"/>
            <p14:sldId id="276"/>
            <p14:sldId id="277"/>
          </p14:sldIdLst>
        </p14:section>
        <p14:section name="HSOS Inhalt Templates" id="{DB71DD27-30A9-F244-A624-582254581CE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FFFFFF"/>
    <a:srgbClr val="009EE3"/>
    <a:srgbClr val="000000"/>
    <a:srgbClr val="7030A0"/>
    <a:srgbClr val="2F2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0FC81-8F91-48DB-BAB1-7413D7A959E8}" v="12" dt="2024-07-16T15:02:44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83" autoAdjust="0"/>
    <p:restoredTop sz="98949" autoAdjust="0"/>
  </p:normalViewPr>
  <p:slideViewPr>
    <p:cSldViewPr snapToGrid="0" snapToObjects="1" showGuides="1">
      <p:cViewPr varScale="1">
        <p:scale>
          <a:sx n="137" d="100"/>
          <a:sy n="137" d="100"/>
        </p:scale>
        <p:origin x="606" y="-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fen Apelt" userId="6f927e2c0f610116" providerId="LiveId" clId="{8230FC81-8F91-48DB-BAB1-7413D7A959E8}"/>
    <pc:docChg chg="undo custSel addSld delSld modSld sldOrd delMainMaster modSection">
      <pc:chgData name="Steffen Apelt" userId="6f927e2c0f610116" providerId="LiveId" clId="{8230FC81-8F91-48DB-BAB1-7413D7A959E8}" dt="2024-07-16T15:20:53.917" v="3531" actId="20577"/>
      <pc:docMkLst>
        <pc:docMk/>
      </pc:docMkLst>
      <pc:sldChg chg="addSp delSp modSp mod ord">
        <pc:chgData name="Steffen Apelt" userId="6f927e2c0f610116" providerId="LiveId" clId="{8230FC81-8F91-48DB-BAB1-7413D7A959E8}" dt="2024-07-16T15:02:40.790" v="3434" actId="20577"/>
        <pc:sldMkLst>
          <pc:docMk/>
          <pc:sldMk cId="4058202886" sldId="271"/>
        </pc:sldMkLst>
        <pc:spChg chg="del">
          <ac:chgData name="Steffen Apelt" userId="6f927e2c0f610116" providerId="LiveId" clId="{8230FC81-8F91-48DB-BAB1-7413D7A959E8}" dt="2024-07-16T11:51:17.737" v="2" actId="478"/>
          <ac:spMkLst>
            <pc:docMk/>
            <pc:sldMk cId="4058202886" sldId="271"/>
            <ac:spMk id="2" creationId="{00000000-0000-0000-0000-000000000000}"/>
          </ac:spMkLst>
        </pc:spChg>
        <pc:spChg chg="del">
          <ac:chgData name="Steffen Apelt" userId="6f927e2c0f610116" providerId="LiveId" clId="{8230FC81-8F91-48DB-BAB1-7413D7A959E8}" dt="2024-07-16T11:51:22.208" v="4" actId="478"/>
          <ac:spMkLst>
            <pc:docMk/>
            <pc:sldMk cId="4058202886" sldId="271"/>
            <ac:spMk id="3" creationId="{00000000-0000-0000-0000-000000000000}"/>
          </ac:spMkLst>
        </pc:spChg>
        <pc:spChg chg="del">
          <ac:chgData name="Steffen Apelt" userId="6f927e2c0f610116" providerId="LiveId" clId="{8230FC81-8F91-48DB-BAB1-7413D7A959E8}" dt="2024-07-16T11:51:20.338" v="3" actId="478"/>
          <ac:spMkLst>
            <pc:docMk/>
            <pc:sldMk cId="4058202886" sldId="271"/>
            <ac:spMk id="4" creationId="{00000000-0000-0000-0000-000000000000}"/>
          </ac:spMkLst>
        </pc:spChg>
        <pc:spChg chg="add mod">
          <ac:chgData name="Steffen Apelt" userId="6f927e2c0f610116" providerId="LiveId" clId="{8230FC81-8F91-48DB-BAB1-7413D7A959E8}" dt="2024-07-16T15:02:19" v="3382"/>
          <ac:spMkLst>
            <pc:docMk/>
            <pc:sldMk cId="4058202886" sldId="271"/>
            <ac:spMk id="7" creationId="{59DC0A91-F0A2-0A5A-A2C6-6201DA6C8BBD}"/>
          </ac:spMkLst>
        </pc:spChg>
        <pc:spChg chg="add mod">
          <ac:chgData name="Steffen Apelt" userId="6f927e2c0f610116" providerId="LiveId" clId="{8230FC81-8F91-48DB-BAB1-7413D7A959E8}" dt="2024-07-16T15:02:40.790" v="3434" actId="20577"/>
          <ac:spMkLst>
            <pc:docMk/>
            <pc:sldMk cId="4058202886" sldId="271"/>
            <ac:spMk id="8" creationId="{6A82DD84-0E09-2CD6-6448-0EB3D47188D8}"/>
          </ac:spMkLst>
        </pc:spChg>
        <pc:picChg chg="add">
          <ac:chgData name="Steffen Apelt" userId="6f927e2c0f610116" providerId="LiveId" clId="{8230FC81-8F91-48DB-BAB1-7413D7A959E8}" dt="2024-07-16T11:53:29.793" v="13" actId="22"/>
          <ac:picMkLst>
            <pc:docMk/>
            <pc:sldMk cId="4058202886" sldId="271"/>
            <ac:picMk id="6" creationId="{FA842E72-833B-F03F-69D3-C383198CC6F1}"/>
          </ac:picMkLst>
        </pc:picChg>
      </pc:sldChg>
      <pc:sldChg chg="addSp modSp add mod">
        <pc:chgData name="Steffen Apelt" userId="6f927e2c0f610116" providerId="LiveId" clId="{8230FC81-8F91-48DB-BAB1-7413D7A959E8}" dt="2024-07-16T15:03:14.064" v="3512" actId="20577"/>
        <pc:sldMkLst>
          <pc:docMk/>
          <pc:sldMk cId="3850757117" sldId="272"/>
        </pc:sldMkLst>
        <pc:spChg chg="add mod">
          <ac:chgData name="Steffen Apelt" userId="6f927e2c0f610116" providerId="LiveId" clId="{8230FC81-8F91-48DB-BAB1-7413D7A959E8}" dt="2024-07-16T15:03:14.064" v="3512" actId="20577"/>
          <ac:spMkLst>
            <pc:docMk/>
            <pc:sldMk cId="3850757117" sldId="272"/>
            <ac:spMk id="4" creationId="{BDD27E60-FC56-8134-A2DA-52F6C4C8F309}"/>
          </ac:spMkLst>
        </pc:spChg>
        <pc:picChg chg="add mod">
          <ac:chgData name="Steffen Apelt" userId="6f927e2c0f610116" providerId="LiveId" clId="{8230FC81-8F91-48DB-BAB1-7413D7A959E8}" dt="2024-07-16T11:52:49.433" v="10" actId="1076"/>
          <ac:picMkLst>
            <pc:docMk/>
            <pc:sldMk cId="3850757117" sldId="272"/>
            <ac:picMk id="3" creationId="{3BADD450-4C0A-54CA-06A6-FA161ADBDDEF}"/>
          </ac:picMkLst>
        </pc:picChg>
      </pc:sldChg>
      <pc:sldChg chg="addSp delSp modSp add mod">
        <pc:chgData name="Steffen Apelt" userId="6f927e2c0f610116" providerId="LiveId" clId="{8230FC81-8F91-48DB-BAB1-7413D7A959E8}" dt="2024-07-16T15:02:14.063" v="3381" actId="20577"/>
        <pc:sldMkLst>
          <pc:docMk/>
          <pc:sldMk cId="2589608011" sldId="273"/>
        </pc:sldMkLst>
        <pc:spChg chg="add mod">
          <ac:chgData name="Steffen Apelt" userId="6f927e2c0f610116" providerId="LiveId" clId="{8230FC81-8F91-48DB-BAB1-7413D7A959E8}" dt="2024-07-16T15:02:14.063" v="3381" actId="20577"/>
          <ac:spMkLst>
            <pc:docMk/>
            <pc:sldMk cId="2589608011" sldId="273"/>
            <ac:spMk id="4" creationId="{3FA137AF-CBE3-F117-F676-AAD7121ED1A6}"/>
          </ac:spMkLst>
        </pc:spChg>
        <pc:picChg chg="add">
          <ac:chgData name="Steffen Apelt" userId="6f927e2c0f610116" providerId="LiveId" clId="{8230FC81-8F91-48DB-BAB1-7413D7A959E8}" dt="2024-07-16T11:54:24.117" v="16" actId="22"/>
          <ac:picMkLst>
            <pc:docMk/>
            <pc:sldMk cId="2589608011" sldId="273"/>
            <ac:picMk id="3" creationId="{E5D7CA77-A039-293E-71F5-E8F3F3D58118}"/>
          </ac:picMkLst>
        </pc:picChg>
        <pc:picChg chg="del">
          <ac:chgData name="Steffen Apelt" userId="6f927e2c0f610116" providerId="LiveId" clId="{8230FC81-8F91-48DB-BAB1-7413D7A959E8}" dt="2024-07-16T11:54:23.702" v="15" actId="478"/>
          <ac:picMkLst>
            <pc:docMk/>
            <pc:sldMk cId="2589608011" sldId="273"/>
            <ac:picMk id="6" creationId="{FA842E72-833B-F03F-69D3-C383198CC6F1}"/>
          </ac:picMkLst>
        </pc:picChg>
      </pc:sldChg>
      <pc:sldChg chg="del">
        <pc:chgData name="Steffen Apelt" userId="6f927e2c0f610116" providerId="LiveId" clId="{8230FC81-8F91-48DB-BAB1-7413D7A959E8}" dt="2024-07-16T11:51:11.178" v="1" actId="47"/>
        <pc:sldMkLst>
          <pc:docMk/>
          <pc:sldMk cId="1960276339" sldId="274"/>
        </pc:sldMkLst>
      </pc:sldChg>
      <pc:sldChg chg="addSp delSp add mod">
        <pc:chgData name="Steffen Apelt" userId="6f927e2c0f610116" providerId="LiveId" clId="{8230FC81-8F91-48DB-BAB1-7413D7A959E8}" dt="2024-07-16T11:55:04.431" v="19" actId="22"/>
        <pc:sldMkLst>
          <pc:docMk/>
          <pc:sldMk cId="2637342511" sldId="274"/>
        </pc:sldMkLst>
        <pc:picChg chg="del">
          <ac:chgData name="Steffen Apelt" userId="6f927e2c0f610116" providerId="LiveId" clId="{8230FC81-8F91-48DB-BAB1-7413D7A959E8}" dt="2024-07-16T11:55:03.911" v="18" actId="478"/>
          <ac:picMkLst>
            <pc:docMk/>
            <pc:sldMk cId="2637342511" sldId="274"/>
            <ac:picMk id="3" creationId="{E5D7CA77-A039-293E-71F5-E8F3F3D58118}"/>
          </ac:picMkLst>
        </pc:picChg>
        <pc:picChg chg="add">
          <ac:chgData name="Steffen Apelt" userId="6f927e2c0f610116" providerId="LiveId" clId="{8230FC81-8F91-48DB-BAB1-7413D7A959E8}" dt="2024-07-16T11:55:04.431" v="19" actId="22"/>
          <ac:picMkLst>
            <pc:docMk/>
            <pc:sldMk cId="2637342511" sldId="274"/>
            <ac:picMk id="4" creationId="{89C4BEDA-3F65-48A8-3677-9A6331973E6B}"/>
          </ac:picMkLst>
        </pc:picChg>
      </pc:sldChg>
      <pc:sldChg chg="addSp delSp add mod ord">
        <pc:chgData name="Steffen Apelt" userId="6f927e2c0f610116" providerId="LiveId" clId="{8230FC81-8F91-48DB-BAB1-7413D7A959E8}" dt="2024-07-16T12:53:24.192" v="32"/>
        <pc:sldMkLst>
          <pc:docMk/>
          <pc:sldMk cId="1329535376" sldId="275"/>
        </pc:sldMkLst>
        <pc:picChg chg="add">
          <ac:chgData name="Steffen Apelt" userId="6f927e2c0f610116" providerId="LiveId" clId="{8230FC81-8F91-48DB-BAB1-7413D7A959E8}" dt="2024-07-16T11:55:49.354" v="22" actId="22"/>
          <ac:picMkLst>
            <pc:docMk/>
            <pc:sldMk cId="1329535376" sldId="275"/>
            <ac:picMk id="3" creationId="{7E83ECAE-9188-B9CB-C6F3-721931AC1523}"/>
          </ac:picMkLst>
        </pc:picChg>
        <pc:picChg chg="del">
          <ac:chgData name="Steffen Apelt" userId="6f927e2c0f610116" providerId="LiveId" clId="{8230FC81-8F91-48DB-BAB1-7413D7A959E8}" dt="2024-07-16T11:55:48.394" v="21" actId="478"/>
          <ac:picMkLst>
            <pc:docMk/>
            <pc:sldMk cId="1329535376" sldId="275"/>
            <ac:picMk id="4" creationId="{89C4BEDA-3F65-48A8-3677-9A6331973E6B}"/>
          </ac:picMkLst>
        </pc:picChg>
      </pc:sldChg>
      <pc:sldChg chg="del">
        <pc:chgData name="Steffen Apelt" userId="6f927e2c0f610116" providerId="LiveId" clId="{8230FC81-8F91-48DB-BAB1-7413D7A959E8}" dt="2024-07-16T11:51:11.178" v="1" actId="47"/>
        <pc:sldMkLst>
          <pc:docMk/>
          <pc:sldMk cId="3060146" sldId="276"/>
        </pc:sldMkLst>
      </pc:sldChg>
      <pc:sldChg chg="addSp delSp add mod">
        <pc:chgData name="Steffen Apelt" userId="6f927e2c0f610116" providerId="LiveId" clId="{8230FC81-8F91-48DB-BAB1-7413D7A959E8}" dt="2024-07-16T11:56:41.828" v="25" actId="22"/>
        <pc:sldMkLst>
          <pc:docMk/>
          <pc:sldMk cId="4102429062" sldId="276"/>
        </pc:sldMkLst>
        <pc:picChg chg="del">
          <ac:chgData name="Steffen Apelt" userId="6f927e2c0f610116" providerId="LiveId" clId="{8230FC81-8F91-48DB-BAB1-7413D7A959E8}" dt="2024-07-16T11:56:40.314" v="24" actId="478"/>
          <ac:picMkLst>
            <pc:docMk/>
            <pc:sldMk cId="4102429062" sldId="276"/>
            <ac:picMk id="3" creationId="{7E83ECAE-9188-B9CB-C6F3-721931AC1523}"/>
          </ac:picMkLst>
        </pc:picChg>
        <pc:picChg chg="add">
          <ac:chgData name="Steffen Apelt" userId="6f927e2c0f610116" providerId="LiveId" clId="{8230FC81-8F91-48DB-BAB1-7413D7A959E8}" dt="2024-07-16T11:56:41.828" v="25" actId="22"/>
          <ac:picMkLst>
            <pc:docMk/>
            <pc:sldMk cId="4102429062" sldId="276"/>
            <ac:picMk id="4" creationId="{19AA138B-A951-95BA-D2F2-550A5094915B}"/>
          </ac:picMkLst>
        </pc:picChg>
      </pc:sldChg>
      <pc:sldChg chg="addSp delSp add mod">
        <pc:chgData name="Steffen Apelt" userId="6f927e2c0f610116" providerId="LiveId" clId="{8230FC81-8F91-48DB-BAB1-7413D7A959E8}" dt="2024-07-16T11:57:39.788" v="28" actId="22"/>
        <pc:sldMkLst>
          <pc:docMk/>
          <pc:sldMk cId="532562693" sldId="277"/>
        </pc:sldMkLst>
        <pc:picChg chg="add">
          <ac:chgData name="Steffen Apelt" userId="6f927e2c0f610116" providerId="LiveId" clId="{8230FC81-8F91-48DB-BAB1-7413D7A959E8}" dt="2024-07-16T11:57:39.788" v="28" actId="22"/>
          <ac:picMkLst>
            <pc:docMk/>
            <pc:sldMk cId="532562693" sldId="277"/>
            <ac:picMk id="3" creationId="{00F5D924-51F6-018D-0B19-E3845B939EA8}"/>
          </ac:picMkLst>
        </pc:picChg>
        <pc:picChg chg="del">
          <ac:chgData name="Steffen Apelt" userId="6f927e2c0f610116" providerId="LiveId" clId="{8230FC81-8F91-48DB-BAB1-7413D7A959E8}" dt="2024-07-16T11:57:38.879" v="27" actId="478"/>
          <ac:picMkLst>
            <pc:docMk/>
            <pc:sldMk cId="532562693" sldId="277"/>
            <ac:picMk id="4" creationId="{19AA138B-A951-95BA-D2F2-550A5094915B}"/>
          </ac:picMkLst>
        </pc:picChg>
      </pc:sldChg>
      <pc:sldChg chg="del">
        <pc:chgData name="Steffen Apelt" userId="6f927e2c0f610116" providerId="LiveId" clId="{8230FC81-8F91-48DB-BAB1-7413D7A959E8}" dt="2024-07-16T11:51:11.178" v="1" actId="47"/>
        <pc:sldMkLst>
          <pc:docMk/>
          <pc:sldMk cId="4081209479" sldId="277"/>
        </pc:sldMkLst>
      </pc:sldChg>
      <pc:sldChg chg="del">
        <pc:chgData name="Steffen Apelt" userId="6f927e2c0f610116" providerId="LiveId" clId="{8230FC81-8F91-48DB-BAB1-7413D7A959E8}" dt="2024-07-16T11:51:11.178" v="1" actId="47"/>
        <pc:sldMkLst>
          <pc:docMk/>
          <pc:sldMk cId="3116284109" sldId="278"/>
        </pc:sldMkLst>
      </pc:sldChg>
      <pc:sldChg chg="addSp delSp modSp add mod ord">
        <pc:chgData name="Steffen Apelt" userId="6f927e2c0f610116" providerId="LiveId" clId="{8230FC81-8F91-48DB-BAB1-7413D7A959E8}" dt="2024-07-16T15:20:53.917" v="3531" actId="20577"/>
        <pc:sldMkLst>
          <pc:docMk/>
          <pc:sldMk cId="3589373794" sldId="278"/>
        </pc:sldMkLst>
        <pc:spChg chg="add mod">
          <ac:chgData name="Steffen Apelt" userId="6f927e2c0f610116" providerId="LiveId" clId="{8230FC81-8F91-48DB-BAB1-7413D7A959E8}" dt="2024-07-16T15:20:53.917" v="3531" actId="20577"/>
          <ac:spMkLst>
            <pc:docMk/>
            <pc:sldMk cId="3589373794" sldId="278"/>
            <ac:spMk id="2" creationId="{AD69C3B0-DD23-3A48-BDF5-EB6AD7B38A09}"/>
          </ac:spMkLst>
        </pc:spChg>
        <pc:picChg chg="del">
          <ac:chgData name="Steffen Apelt" userId="6f927e2c0f610116" providerId="LiveId" clId="{8230FC81-8F91-48DB-BAB1-7413D7A959E8}" dt="2024-07-16T12:53:15.862" v="30" actId="478"/>
          <ac:picMkLst>
            <pc:docMk/>
            <pc:sldMk cId="3589373794" sldId="278"/>
            <ac:picMk id="4" creationId="{89C4BEDA-3F65-48A8-3677-9A6331973E6B}"/>
          </ac:picMkLst>
        </pc:picChg>
      </pc:sldChg>
      <pc:sldChg chg="del">
        <pc:chgData name="Steffen Apelt" userId="6f927e2c0f610116" providerId="LiveId" clId="{8230FC81-8F91-48DB-BAB1-7413D7A959E8}" dt="2024-07-16T11:51:11.178" v="1" actId="47"/>
        <pc:sldMkLst>
          <pc:docMk/>
          <pc:sldMk cId="479080270" sldId="279"/>
        </pc:sldMkLst>
      </pc:sldChg>
      <pc:sldChg chg="addSp delSp modSp add mod">
        <pc:chgData name="Steffen Apelt" userId="6f927e2c0f610116" providerId="LiveId" clId="{8230FC81-8F91-48DB-BAB1-7413D7A959E8}" dt="2024-07-16T14:57:12.975" v="3233" actId="20577"/>
        <pc:sldMkLst>
          <pc:docMk/>
          <pc:sldMk cId="4051195941" sldId="279"/>
        </pc:sldMkLst>
        <pc:spChg chg="del mod">
          <ac:chgData name="Steffen Apelt" userId="6f927e2c0f610116" providerId="LiveId" clId="{8230FC81-8F91-48DB-BAB1-7413D7A959E8}" dt="2024-07-16T13:56:02.909" v="114"/>
          <ac:spMkLst>
            <pc:docMk/>
            <pc:sldMk cId="4051195941" sldId="279"/>
            <ac:spMk id="2" creationId="{AD69C3B0-DD23-3A48-BDF5-EB6AD7B38A09}"/>
          </ac:spMkLst>
        </pc:spChg>
        <pc:spChg chg="add mod">
          <ac:chgData name="Steffen Apelt" userId="6f927e2c0f610116" providerId="LiveId" clId="{8230FC81-8F91-48DB-BAB1-7413D7A959E8}" dt="2024-07-16T14:57:12.975" v="3233" actId="20577"/>
          <ac:spMkLst>
            <pc:docMk/>
            <pc:sldMk cId="4051195941" sldId="279"/>
            <ac:spMk id="3" creationId="{92C3FCA4-8A33-D603-4B8C-D7B650338EBD}"/>
          </ac:spMkLst>
        </pc:spChg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550710995" sldId="280"/>
        </pc:sldMkLst>
      </pc:sldChg>
      <pc:sldChg chg="addSp modSp add mod">
        <pc:chgData name="Steffen Apelt" userId="6f927e2c0f610116" providerId="LiveId" clId="{8230FC81-8F91-48DB-BAB1-7413D7A959E8}" dt="2024-07-16T15:03:48.610" v="3517" actId="1076"/>
        <pc:sldMkLst>
          <pc:docMk/>
          <pc:sldMk cId="1647380720" sldId="280"/>
        </pc:sldMkLst>
        <pc:spChg chg="mod">
          <ac:chgData name="Steffen Apelt" userId="6f927e2c0f610116" providerId="LiveId" clId="{8230FC81-8F91-48DB-BAB1-7413D7A959E8}" dt="2024-07-16T15:01:18.681" v="3336" actId="20577"/>
          <ac:spMkLst>
            <pc:docMk/>
            <pc:sldMk cId="1647380720" sldId="280"/>
            <ac:spMk id="3" creationId="{92C3FCA4-8A33-D603-4B8C-D7B650338EBD}"/>
          </ac:spMkLst>
        </pc:spChg>
        <pc:graphicFrameChg chg="add mod">
          <ac:chgData name="Steffen Apelt" userId="6f927e2c0f610116" providerId="LiveId" clId="{8230FC81-8F91-48DB-BAB1-7413D7A959E8}" dt="2024-07-16T15:00:37.130" v="3235"/>
          <ac:graphicFrameMkLst>
            <pc:docMk/>
            <pc:sldMk cId="1647380720" sldId="280"/>
            <ac:graphicFrameMk id="2" creationId="{4602A91E-5802-6F1A-2C59-4AC842893E19}"/>
          </ac:graphicFrameMkLst>
        </pc:graphicFrameChg>
        <pc:picChg chg="add mod">
          <ac:chgData name="Steffen Apelt" userId="6f927e2c0f610116" providerId="LiveId" clId="{8230FC81-8F91-48DB-BAB1-7413D7A959E8}" dt="2024-07-16T15:03:48.610" v="3517" actId="1076"/>
          <ac:picMkLst>
            <pc:docMk/>
            <pc:sldMk cId="1647380720" sldId="280"/>
            <ac:picMk id="4" creationId="{CB770A83-0989-5AEB-BF95-769F60D82EDE}"/>
          </ac:picMkLst>
        </pc:picChg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2142449009" sldId="281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3978885975" sldId="282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2059298690" sldId="283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864491597" sldId="285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1244174880" sldId="286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1019797875" sldId="287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903887931" sldId="288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3273542520" sldId="289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3441627126" sldId="290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673430973" sldId="291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448549690" sldId="292"/>
        </pc:sldMkLst>
      </pc:sldChg>
      <pc:sldChg chg="del">
        <pc:chgData name="Steffen Apelt" userId="6f927e2c0f610116" providerId="LiveId" clId="{8230FC81-8F91-48DB-BAB1-7413D7A959E8}" dt="2024-07-16T11:51:11.178" v="1" actId="47"/>
        <pc:sldMkLst>
          <pc:docMk/>
          <pc:sldMk cId="3346801540" sldId="293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2163305095" sldId="294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268113864" sldId="295"/>
        </pc:sldMkLst>
      </pc:sldChg>
      <pc:sldChg chg="del">
        <pc:chgData name="Steffen Apelt" userId="6f927e2c0f610116" providerId="LiveId" clId="{8230FC81-8F91-48DB-BAB1-7413D7A959E8}" dt="2024-07-16T11:51:11.178" v="1" actId="47"/>
        <pc:sldMkLst>
          <pc:docMk/>
          <pc:sldMk cId="3432658828" sldId="296"/>
        </pc:sldMkLst>
      </pc:sldChg>
      <pc:sldChg chg="del">
        <pc:chgData name="Steffen Apelt" userId="6f927e2c0f610116" providerId="LiveId" clId="{8230FC81-8F91-48DB-BAB1-7413D7A959E8}" dt="2024-07-16T11:51:11.178" v="1" actId="47"/>
        <pc:sldMkLst>
          <pc:docMk/>
          <pc:sldMk cId="4272750025" sldId="297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166259594" sldId="298"/>
        </pc:sldMkLst>
      </pc:sldChg>
      <pc:sldChg chg="del">
        <pc:chgData name="Steffen Apelt" userId="6f927e2c0f610116" providerId="LiveId" clId="{8230FC81-8F91-48DB-BAB1-7413D7A959E8}" dt="2024-07-16T11:51:06.894" v="0" actId="47"/>
        <pc:sldMkLst>
          <pc:docMk/>
          <pc:sldMk cId="1996388860" sldId="299"/>
        </pc:sldMkLst>
      </pc:sldChg>
      <pc:sldMasterChg chg="del delSldLayout">
        <pc:chgData name="Steffen Apelt" userId="6f927e2c0f610116" providerId="LiveId" clId="{8230FC81-8F91-48DB-BAB1-7413D7A959E8}" dt="2024-07-16T11:51:11.178" v="1" actId="47"/>
        <pc:sldMasterMkLst>
          <pc:docMk/>
          <pc:sldMasterMk cId="595343275" sldId="2147483648"/>
        </pc:sldMasterMkLst>
        <pc:sldLayoutChg chg="del">
          <pc:chgData name="Steffen Apelt" userId="6f927e2c0f610116" providerId="LiveId" clId="{8230FC81-8F91-48DB-BAB1-7413D7A959E8}" dt="2024-07-16T11:51:11.178" v="1" actId="47"/>
          <pc:sldLayoutMkLst>
            <pc:docMk/>
            <pc:sldMasterMk cId="595343275" sldId="2147483648"/>
            <pc:sldLayoutMk cId="509417201" sldId="2147483652"/>
          </pc:sldLayoutMkLst>
        </pc:sldLayoutChg>
        <pc:sldLayoutChg chg="del">
          <pc:chgData name="Steffen Apelt" userId="6f927e2c0f610116" providerId="LiveId" clId="{8230FC81-8F91-48DB-BAB1-7413D7A959E8}" dt="2024-07-16T11:51:11.178" v="1" actId="47"/>
          <pc:sldLayoutMkLst>
            <pc:docMk/>
            <pc:sldMasterMk cId="595343275" sldId="2147483648"/>
            <pc:sldLayoutMk cId="2741747849" sldId="2147483662"/>
          </pc:sldLayoutMkLst>
        </pc:sldLayoutChg>
        <pc:sldLayoutChg chg="del">
          <pc:chgData name="Steffen Apelt" userId="6f927e2c0f610116" providerId="LiveId" clId="{8230FC81-8F91-48DB-BAB1-7413D7A959E8}" dt="2024-07-16T11:51:11.178" v="1" actId="47"/>
          <pc:sldLayoutMkLst>
            <pc:docMk/>
            <pc:sldMasterMk cId="595343275" sldId="2147483648"/>
            <pc:sldLayoutMk cId="2571433835" sldId="2147483663"/>
          </pc:sldLayoutMkLst>
        </pc:sldLayoutChg>
        <pc:sldLayoutChg chg="del">
          <pc:chgData name="Steffen Apelt" userId="6f927e2c0f610116" providerId="LiveId" clId="{8230FC81-8F91-48DB-BAB1-7413D7A959E8}" dt="2024-07-16T11:51:11.178" v="1" actId="47"/>
          <pc:sldLayoutMkLst>
            <pc:docMk/>
            <pc:sldMasterMk cId="595343275" sldId="2147483648"/>
            <pc:sldLayoutMk cId="2205799032" sldId="2147483664"/>
          </pc:sldLayoutMkLst>
        </pc:sldLayoutChg>
        <pc:sldLayoutChg chg="del">
          <pc:chgData name="Steffen Apelt" userId="6f927e2c0f610116" providerId="LiveId" clId="{8230FC81-8F91-48DB-BAB1-7413D7A959E8}" dt="2024-07-16T11:51:11.178" v="1" actId="47"/>
          <pc:sldLayoutMkLst>
            <pc:docMk/>
            <pc:sldMasterMk cId="595343275" sldId="2147483648"/>
            <pc:sldLayoutMk cId="1196648768" sldId="2147483665"/>
          </pc:sldLayoutMkLst>
        </pc:sldLayoutChg>
        <pc:sldLayoutChg chg="del">
          <pc:chgData name="Steffen Apelt" userId="6f927e2c0f610116" providerId="LiveId" clId="{8230FC81-8F91-48DB-BAB1-7413D7A959E8}" dt="2024-07-16T11:51:11.178" v="1" actId="47"/>
          <pc:sldLayoutMkLst>
            <pc:docMk/>
            <pc:sldMasterMk cId="595343275" sldId="2147483648"/>
            <pc:sldLayoutMk cId="2336903550" sldId="2147483666"/>
          </pc:sldLayoutMkLst>
        </pc:sldLayoutChg>
        <pc:sldLayoutChg chg="del">
          <pc:chgData name="Steffen Apelt" userId="6f927e2c0f610116" providerId="LiveId" clId="{8230FC81-8F91-48DB-BAB1-7413D7A959E8}" dt="2024-07-16T11:51:11.178" v="1" actId="47"/>
          <pc:sldLayoutMkLst>
            <pc:docMk/>
            <pc:sldMasterMk cId="595343275" sldId="2147483648"/>
            <pc:sldLayoutMk cId="1788629057" sldId="2147483667"/>
          </pc:sldLayoutMkLst>
        </pc:sldLayoutChg>
        <pc:sldLayoutChg chg="del">
          <pc:chgData name="Steffen Apelt" userId="6f927e2c0f610116" providerId="LiveId" clId="{8230FC81-8F91-48DB-BAB1-7413D7A959E8}" dt="2024-07-16T11:51:11.178" v="1" actId="47"/>
          <pc:sldLayoutMkLst>
            <pc:docMk/>
            <pc:sldMasterMk cId="595343275" sldId="2147483648"/>
            <pc:sldLayoutMk cId="411162804" sldId="214748366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F8049-1E74-954A-8B2A-B122F323CC87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B16B8-70F5-5247-8E18-0666EA65D4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9090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97AF3-96E2-3944-810B-1031649C78E0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B9B4D-FD20-8A46-9B13-2C204668A6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55593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ntitel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56544"/>
            <a:ext cx="9144000" cy="33750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 b="0" baseline="0"/>
            </a:lvl1pPr>
          </a:lstStyle>
          <a:p>
            <a:r>
              <a:rPr lang="de-DE"/>
              <a:t>1. Bild durch Klick auf Symbol einfügen</a:t>
            </a:r>
            <a:br>
              <a:rPr lang="de-DE"/>
            </a:br>
            <a:r>
              <a:rPr lang="de-DE"/>
              <a:t>2. Bild in den Hintergrund bringen, um Layer wieder sichtbar zu machen</a:t>
            </a:r>
          </a:p>
        </p:txBody>
      </p:sp>
      <p:sp>
        <p:nvSpPr>
          <p:cNvPr id="10" name="Textplatzhalt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-3" y="3044044"/>
            <a:ext cx="3492000" cy="1687500"/>
          </a:xfrm>
          <a:prstGeom prst="rtTriangle">
            <a:avLst/>
          </a:prstGeom>
          <a:solidFill>
            <a:srgbClr val="080808">
              <a:alpha val="20000"/>
            </a:srgb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 </a:t>
            </a:r>
          </a:p>
        </p:txBody>
      </p:sp>
      <p:sp>
        <p:nvSpPr>
          <p:cNvPr id="11" name="Textplatzhalter 19"/>
          <p:cNvSpPr>
            <a:spLocks noGrp="1" noChangeAspect="1"/>
          </p:cNvSpPr>
          <p:nvPr>
            <p:ph type="body" sz="quarter" idx="12" hasCustomPrompt="1"/>
          </p:nvPr>
        </p:nvSpPr>
        <p:spPr>
          <a:xfrm flipV="1">
            <a:off x="-2" y="1356544"/>
            <a:ext cx="4572002" cy="2079000"/>
          </a:xfrm>
          <a:prstGeom prst="rtTriangle">
            <a:avLst/>
          </a:prstGeom>
          <a:solidFill>
            <a:schemeClr val="bg1">
              <a:alpha val="50000"/>
            </a:schemeClr>
          </a:solidFill>
        </p:spPr>
        <p:txBody>
          <a:bodyPr wrap="none"/>
          <a:lstStyle>
            <a:lvl1pPr>
              <a:defRPr baseline="0"/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8" name="Textplatzhalter 3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39750" y="4877215"/>
            <a:ext cx="8064500" cy="16906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cap="all" baseline="0"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675">
                <a:latin typeface="RobotoRemix-Regular" panose="00000500000000000000" pitchFamily="2" charset="0"/>
              </a:defRPr>
            </a:lvl2pPr>
            <a:lvl3pPr>
              <a:defRPr sz="675">
                <a:latin typeface="RobotoRemix-Regular" panose="00000500000000000000" pitchFamily="2" charset="0"/>
              </a:defRPr>
            </a:lvl3pPr>
            <a:lvl4pPr>
              <a:defRPr sz="675">
                <a:latin typeface="RobotoRemix-Regular" panose="00000500000000000000" pitchFamily="2" charset="0"/>
              </a:defRPr>
            </a:lvl4pPr>
            <a:lvl5pPr>
              <a:defRPr sz="675">
                <a:latin typeface="RobotoRemix-Regular" panose="00000500000000000000" pitchFamily="2" charset="0"/>
              </a:defRPr>
            </a:lvl5pPr>
          </a:lstStyle>
          <a:p>
            <a:r>
              <a:rPr lang="de-DE" dirty="0"/>
              <a:t>Hier kann z.B. der Name des Vortragenden stehen</a:t>
            </a:r>
          </a:p>
        </p:txBody>
      </p:sp>
      <p:sp>
        <p:nvSpPr>
          <p:cNvPr id="8" name="Titel 11"/>
          <p:cNvSpPr>
            <a:spLocks noGrp="1"/>
          </p:cNvSpPr>
          <p:nvPr userDrawn="1">
            <p:ph type="title" hasCustomPrompt="1"/>
          </p:nvPr>
        </p:nvSpPr>
        <p:spPr>
          <a:xfrm>
            <a:off x="539750" y="1627188"/>
            <a:ext cx="8064500" cy="519748"/>
          </a:xfrm>
        </p:spPr>
        <p:txBody>
          <a:bodyPr anchor="b" anchorCtr="0"/>
          <a:lstStyle>
            <a:lvl1pPr>
              <a:defRPr>
                <a:ln w="3175" cmpd="sng">
                  <a:noFill/>
                  <a:bevel/>
                </a:ln>
                <a:solidFill>
                  <a:schemeClr val="tx1"/>
                </a:solidFill>
                <a:effectLst>
                  <a:glow rad="152400">
                    <a:schemeClr val="bg1">
                      <a:alpha val="40000"/>
                    </a:schemeClr>
                  </a:glow>
                </a:effectLst>
              </a:defRPr>
            </a:lvl1pPr>
          </a:lstStyle>
          <a:p>
            <a:r>
              <a:rPr lang="de-DE" dirty="0"/>
              <a:t>Hier können Sie den Titel </a:t>
            </a:r>
            <a:br>
              <a:rPr lang="de-DE" dirty="0"/>
            </a:br>
            <a:r>
              <a:rPr lang="de-DE" dirty="0"/>
              <a:t>Der Präsentation eingeben</a:t>
            </a:r>
          </a:p>
        </p:txBody>
      </p:sp>
    </p:spTree>
    <p:extLst>
      <p:ext uri="{BB962C8B-B14F-4D97-AF65-F5344CB8AC3E}">
        <p14:creationId xmlns:p14="http://schemas.microsoft.com/office/powerpoint/2010/main" val="410373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ntitel Lay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1356123"/>
            <a:ext cx="9144000" cy="3375422"/>
          </a:xfrm>
          <a:prstGeom prst="rect">
            <a:avLst/>
          </a:prstGeom>
          <a:solidFill>
            <a:srgbClr val="009EE3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10" name="Rechtwinkliges Dreieck 9"/>
          <p:cNvSpPr/>
          <p:nvPr userDrawn="1"/>
        </p:nvSpPr>
        <p:spPr>
          <a:xfrm>
            <a:off x="0" y="3044044"/>
            <a:ext cx="3492000" cy="1687500"/>
          </a:xfrm>
          <a:prstGeom prst="rtTriangle">
            <a:avLst/>
          </a:prstGeom>
          <a:solidFill>
            <a:srgbClr val="000000">
              <a:alpha val="1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350"/>
          </a:p>
        </p:txBody>
      </p:sp>
      <p:sp>
        <p:nvSpPr>
          <p:cNvPr id="11" name="Rechtwinkliges Dreieck 10"/>
          <p:cNvSpPr/>
          <p:nvPr userDrawn="1"/>
        </p:nvSpPr>
        <p:spPr>
          <a:xfrm flipV="1">
            <a:off x="3" y="1356122"/>
            <a:ext cx="4572001" cy="2079000"/>
          </a:xfrm>
          <a:prstGeom prst="rtTriangle">
            <a:avLst/>
          </a:prstGeom>
          <a:solidFill>
            <a:srgbClr val="FFFFFF">
              <a:alpha val="3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350"/>
          </a:p>
        </p:txBody>
      </p:sp>
      <p:sp>
        <p:nvSpPr>
          <p:cNvPr id="14" name="Textplatzhalter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39750" y="2659857"/>
            <a:ext cx="8064500" cy="1937146"/>
          </a:xfrm>
          <a:prstGeom prst="rect">
            <a:avLst/>
          </a:prstGeom>
        </p:spPr>
        <p:txBody>
          <a:bodyPr bIns="108000" anchor="b" anchorCtr="0">
            <a:normAutofit/>
          </a:bodyPr>
          <a:lstStyle>
            <a:lvl1pPr>
              <a:lnSpc>
                <a:spcPts val="1600"/>
              </a:lnSpc>
              <a:spcAft>
                <a:spcPts val="900"/>
              </a:spcAft>
              <a:defRPr sz="1200" b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Inhaltsverzeichnis</a:t>
            </a:r>
          </a:p>
          <a:p>
            <a:pPr lvl="0"/>
            <a:r>
              <a:rPr lang="de-DE" dirty="0"/>
              <a:t>01 Kapitelname eins</a:t>
            </a:r>
          </a:p>
          <a:p>
            <a:pPr lvl="0"/>
            <a:r>
              <a:rPr lang="de-DE" dirty="0"/>
              <a:t>02 Kapitelname zwei</a:t>
            </a:r>
          </a:p>
          <a:p>
            <a:pPr lvl="0"/>
            <a:r>
              <a:rPr lang="de-DE" dirty="0"/>
              <a:t>03 Kapitelname drei</a:t>
            </a:r>
          </a:p>
          <a:p>
            <a:pPr lvl="0"/>
            <a:r>
              <a:rPr lang="de-DE" dirty="0"/>
              <a:t>04 Kapitelname vier</a:t>
            </a:r>
          </a:p>
        </p:txBody>
      </p:sp>
      <p:sp>
        <p:nvSpPr>
          <p:cNvPr id="15" name="Textplatzhalter 3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39750" y="2301480"/>
            <a:ext cx="8064500" cy="18896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cap="all" baseline="0">
                <a:latin typeface="+mj-lt"/>
              </a:defRPr>
            </a:lvl1pPr>
            <a:lvl2pPr>
              <a:defRPr sz="675">
                <a:latin typeface="RobotoRemix-Regular" panose="00000500000000000000" pitchFamily="2" charset="0"/>
              </a:defRPr>
            </a:lvl2pPr>
            <a:lvl3pPr>
              <a:defRPr sz="675">
                <a:latin typeface="RobotoRemix-Regular" panose="00000500000000000000" pitchFamily="2" charset="0"/>
              </a:defRPr>
            </a:lvl3pPr>
            <a:lvl4pPr>
              <a:defRPr sz="675">
                <a:latin typeface="RobotoRemix-Regular" panose="00000500000000000000" pitchFamily="2" charset="0"/>
              </a:defRPr>
            </a:lvl4pPr>
            <a:lvl5pPr>
              <a:defRPr sz="675">
                <a:latin typeface="RobotoRemix-Regular" panose="00000500000000000000" pitchFamily="2" charset="0"/>
              </a:defRPr>
            </a:lvl5pPr>
          </a:lstStyle>
          <a:p>
            <a:r>
              <a:rPr lang="de-DE" dirty="0"/>
              <a:t>Hier kann z.B. der Name des Vortragenden stehen</a:t>
            </a:r>
          </a:p>
        </p:txBody>
      </p:sp>
      <p:sp>
        <p:nvSpPr>
          <p:cNvPr id="6" name="Titel 11"/>
          <p:cNvSpPr>
            <a:spLocks noGrp="1"/>
          </p:cNvSpPr>
          <p:nvPr userDrawn="1">
            <p:ph type="title" hasCustomPrompt="1"/>
          </p:nvPr>
        </p:nvSpPr>
        <p:spPr>
          <a:xfrm>
            <a:off x="539750" y="1627188"/>
            <a:ext cx="8064500" cy="512128"/>
          </a:xfrm>
        </p:spPr>
        <p:txBody>
          <a:bodyPr anchor="b" anchorCtr="0"/>
          <a:lstStyle>
            <a:lvl1pPr>
              <a:lnSpc>
                <a:spcPts val="2300"/>
              </a:lnSpc>
              <a:defRPr/>
            </a:lvl1pPr>
          </a:lstStyle>
          <a:p>
            <a:r>
              <a:rPr lang="de-DE" dirty="0"/>
              <a:t>Hier können Sie den Titel </a:t>
            </a:r>
            <a:br>
              <a:rPr lang="de-DE" dirty="0"/>
            </a:br>
            <a:r>
              <a:rPr lang="de-DE" dirty="0"/>
              <a:t>Der Präsentation eingeben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540499" y="4932000"/>
            <a:ext cx="318885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F1C4570D-01EA-46C3-AAAA-25FEE6B3C994}" type="slidenum">
              <a:rPr lang="de-DE" sz="1000" smtClean="0"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76003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ntitel Blanko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 userDrawn="1"/>
        </p:nvGrpSpPr>
        <p:grpSpPr>
          <a:xfrm>
            <a:off x="3" y="4873498"/>
            <a:ext cx="9143999" cy="270002"/>
            <a:chOff x="0" y="6497997"/>
            <a:chExt cx="9143999" cy="360002"/>
          </a:xfrm>
        </p:grpSpPr>
        <p:sp>
          <p:nvSpPr>
            <p:cNvPr id="18" name="Rechteck 17"/>
            <p:cNvSpPr/>
            <p:nvPr userDrawn="1"/>
          </p:nvSpPr>
          <p:spPr>
            <a:xfrm flipH="1" flipV="1">
              <a:off x="0" y="6497997"/>
              <a:ext cx="9143996" cy="359999"/>
            </a:xfrm>
            <a:prstGeom prst="rect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350"/>
            </a:p>
          </p:txBody>
        </p:sp>
        <p:sp>
          <p:nvSpPr>
            <p:cNvPr id="19" name="Rechtwinkliges Dreieck 18"/>
            <p:cNvSpPr/>
            <p:nvPr userDrawn="1"/>
          </p:nvSpPr>
          <p:spPr>
            <a:xfrm flipH="1" flipV="1">
              <a:off x="6948692" y="6497997"/>
              <a:ext cx="2195305" cy="204105"/>
            </a:xfrm>
            <a:prstGeom prst="rtTriangle">
              <a:avLst/>
            </a:prstGeom>
            <a:solidFill>
              <a:srgbClr val="009EE3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de-DE" sz="1350"/>
            </a:p>
          </p:txBody>
        </p:sp>
        <p:sp>
          <p:nvSpPr>
            <p:cNvPr id="20" name="Rechtwinkliges Dreieck 19"/>
            <p:cNvSpPr/>
            <p:nvPr userDrawn="1"/>
          </p:nvSpPr>
          <p:spPr>
            <a:xfrm flipH="1">
              <a:off x="5580062" y="6585666"/>
              <a:ext cx="3563937" cy="272333"/>
            </a:xfrm>
            <a:prstGeom prst="rtTriangle">
              <a:avLst/>
            </a:prstGeom>
            <a:solidFill>
              <a:srgbClr val="000000">
                <a:alpha val="7843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de-DE" sz="1350"/>
            </a:p>
          </p:txBody>
        </p:sp>
      </p:grpSp>
      <p:sp>
        <p:nvSpPr>
          <p:cNvPr id="14" name="Textplatzhalt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659857"/>
            <a:ext cx="8064500" cy="193714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ts val="1600"/>
              </a:lnSpc>
              <a:spcAft>
                <a:spcPts val="900"/>
              </a:spcAft>
              <a:defRPr sz="1200" b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Inhaltsverzeichnis</a:t>
            </a:r>
          </a:p>
          <a:p>
            <a:pPr lvl="0"/>
            <a:r>
              <a:rPr lang="de-DE" dirty="0"/>
              <a:t>01 Kapitelname eins</a:t>
            </a:r>
          </a:p>
          <a:p>
            <a:pPr lvl="0"/>
            <a:r>
              <a:rPr lang="de-DE" dirty="0"/>
              <a:t>02 Kapitelname zwei</a:t>
            </a:r>
          </a:p>
          <a:p>
            <a:pPr lvl="0"/>
            <a:r>
              <a:rPr lang="de-DE" dirty="0"/>
              <a:t>03 Kapitelname drei</a:t>
            </a:r>
          </a:p>
          <a:p>
            <a:pPr lvl="0"/>
            <a:r>
              <a:rPr lang="de-DE" dirty="0"/>
              <a:t>04 Kapitelname vier</a:t>
            </a:r>
          </a:p>
        </p:txBody>
      </p:sp>
      <p:sp>
        <p:nvSpPr>
          <p:cNvPr id="15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2301480"/>
            <a:ext cx="8064500" cy="18896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cap="all" baseline="0">
                <a:latin typeface="+mj-lt"/>
              </a:defRPr>
            </a:lvl1pPr>
            <a:lvl2pPr>
              <a:defRPr sz="675">
                <a:latin typeface="RobotoRemix-Regular" panose="00000500000000000000" pitchFamily="2" charset="0"/>
              </a:defRPr>
            </a:lvl2pPr>
            <a:lvl3pPr>
              <a:defRPr sz="675">
                <a:latin typeface="RobotoRemix-Regular" panose="00000500000000000000" pitchFamily="2" charset="0"/>
              </a:defRPr>
            </a:lvl3pPr>
            <a:lvl4pPr>
              <a:defRPr sz="675">
                <a:latin typeface="RobotoRemix-Regular" panose="00000500000000000000" pitchFamily="2" charset="0"/>
              </a:defRPr>
            </a:lvl4pPr>
            <a:lvl5pPr>
              <a:defRPr sz="675">
                <a:latin typeface="RobotoRemix-Regular" panose="00000500000000000000" pitchFamily="2" charset="0"/>
              </a:defRPr>
            </a:lvl5pPr>
          </a:lstStyle>
          <a:p>
            <a:r>
              <a:rPr lang="de-DE" dirty="0"/>
              <a:t>Hier kann z.B. der Name des Vortragenden stehen</a:t>
            </a:r>
          </a:p>
        </p:txBody>
      </p:sp>
      <p:sp>
        <p:nvSpPr>
          <p:cNvPr id="6" name="Titel 11"/>
          <p:cNvSpPr>
            <a:spLocks noGrp="1"/>
          </p:cNvSpPr>
          <p:nvPr>
            <p:ph type="title" hasCustomPrompt="1"/>
          </p:nvPr>
        </p:nvSpPr>
        <p:spPr>
          <a:xfrm>
            <a:off x="539750" y="1627188"/>
            <a:ext cx="8064500" cy="512128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lang="de-DE" dirty="0"/>
              <a:t>Hier können Sie den Titel </a:t>
            </a:r>
            <a:br>
              <a:rPr lang="de-DE" dirty="0"/>
            </a:br>
            <a:r>
              <a:rPr lang="de-DE" dirty="0"/>
              <a:t>Der Präsentation eingeben</a:t>
            </a:r>
          </a:p>
        </p:txBody>
      </p:sp>
      <p:sp>
        <p:nvSpPr>
          <p:cNvPr id="21" name="Textfeld 20"/>
          <p:cNvSpPr txBox="1"/>
          <p:nvPr userDrawn="1"/>
        </p:nvSpPr>
        <p:spPr>
          <a:xfrm>
            <a:off x="539750" y="4932000"/>
            <a:ext cx="318885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F1C4570D-01EA-46C3-AAAA-25FEE6B3C994}" type="slidenum">
              <a:rPr lang="de-DE" sz="1000" smtClean="0"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0552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82773" y="135000"/>
            <a:ext cx="3378454" cy="1002792"/>
          </a:xfrm>
          <a:prstGeom prst="rect">
            <a:avLst/>
          </a:prstGeom>
        </p:spPr>
      </p:pic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539750" y="1626395"/>
            <a:ext cx="8064500" cy="45958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50024" y="2301479"/>
            <a:ext cx="8054226" cy="2295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550024" y="4878000"/>
            <a:ext cx="8054226" cy="1000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800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algn="l">
              <a:lnSpc>
                <a:spcPts val="900"/>
              </a:lnSpc>
            </a:pPr>
            <a:r>
              <a:rPr lang="de-DE" cap="all" dirty="0"/>
              <a:t>Hier kann z.B. der Name des Vortragenden stehen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051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0" r:id="rId2"/>
    <p:sldLayoutId id="2147483661" r:id="rId3"/>
  </p:sldLayoutIdLst>
  <p:hf sldNum="0" hdr="0" dt="0"/>
  <p:txStyles>
    <p:titleStyle>
      <a:lvl1pPr algn="l" defTabSz="342900" rtl="0" eaLnBrk="1" latinLnBrk="0" hangingPunct="1">
        <a:lnSpc>
          <a:spcPts val="2300"/>
        </a:lnSpc>
        <a:spcBef>
          <a:spcPct val="0"/>
        </a:spcBef>
        <a:buNone/>
        <a:defRPr sz="2000" kern="1200" cap="all" spc="38" baseline="0">
          <a:ln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342900" rtl="0" eaLnBrk="1" fontAlgn="auto" latinLnBrk="0" hangingPunct="1">
        <a:lnSpc>
          <a:spcPts val="1600"/>
        </a:lnSpc>
        <a:spcBef>
          <a:spcPts val="0"/>
        </a:spcBef>
        <a:spcAft>
          <a:spcPts val="675"/>
        </a:spcAft>
        <a:buClrTx/>
        <a:buSzTx/>
        <a:buFont typeface="Arial"/>
        <a:buNone/>
        <a:tabLst/>
        <a:defRPr sz="1200" i="0" kern="1200">
          <a:solidFill>
            <a:schemeClr val="tx1"/>
          </a:solidFill>
          <a:latin typeface="+mj-lt"/>
          <a:ea typeface="+mn-ea"/>
          <a:cs typeface="+mn-cs"/>
        </a:defRPr>
      </a:lvl1pPr>
      <a:lvl2pPr marL="135000" marR="0" indent="-135000" algn="l" defTabSz="342900" rtl="0" eaLnBrk="1" fontAlgn="auto" latinLnBrk="0" hangingPunct="1">
        <a:lnSpc>
          <a:spcPts val="1600"/>
        </a:lnSpc>
        <a:spcBef>
          <a:spcPts val="0"/>
        </a:spcBef>
        <a:spcAft>
          <a:spcPts val="675"/>
        </a:spcAft>
        <a:buClrTx/>
        <a:buSzTx/>
        <a:buFont typeface="Arial"/>
        <a:buChar char="•"/>
        <a:tabLst/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270000" marR="0" indent="-135000" algn="l" defTabSz="342900" rtl="0" eaLnBrk="1" fontAlgn="auto" latinLnBrk="0" hangingPunct="1">
        <a:lnSpc>
          <a:spcPts val="1600"/>
        </a:lnSpc>
        <a:spcBef>
          <a:spcPts val="0"/>
        </a:spcBef>
        <a:spcAft>
          <a:spcPts val="675"/>
        </a:spcAft>
        <a:buClrTx/>
        <a:buSzTx/>
        <a:buFont typeface="Arial"/>
        <a:buChar char="•"/>
        <a:tabLst/>
        <a:defRPr sz="1200" kern="1200">
          <a:solidFill>
            <a:schemeClr val="tx1"/>
          </a:solidFill>
          <a:latin typeface="+mj-lt"/>
          <a:ea typeface="+mn-ea"/>
          <a:cs typeface="+mn-cs"/>
        </a:defRPr>
      </a:lvl3pPr>
      <a:lvl4pPr marL="405000" marR="0" indent="-135000" algn="l" defTabSz="342900" rtl="0" eaLnBrk="1" fontAlgn="auto" latinLnBrk="0" hangingPunct="1">
        <a:lnSpc>
          <a:spcPts val="1600"/>
        </a:lnSpc>
        <a:spcBef>
          <a:spcPts val="0"/>
        </a:spcBef>
        <a:spcAft>
          <a:spcPts val="675"/>
        </a:spcAft>
        <a:buClrTx/>
        <a:buSzTx/>
        <a:buFont typeface="Arial"/>
        <a:buChar char="•"/>
        <a:tabLst/>
        <a:defRPr sz="1200" kern="1200">
          <a:solidFill>
            <a:schemeClr val="tx1"/>
          </a:solidFill>
          <a:latin typeface="+mj-lt"/>
          <a:ea typeface="+mn-ea"/>
          <a:cs typeface="+mn-cs"/>
        </a:defRPr>
      </a:lvl4pPr>
      <a:lvl5pPr marL="540000" marR="0" indent="-135000" algn="l" defTabSz="342900" rtl="0" eaLnBrk="1" fontAlgn="auto" latinLnBrk="0" hangingPunct="1">
        <a:lnSpc>
          <a:spcPts val="1600"/>
        </a:lnSpc>
        <a:spcBef>
          <a:spcPts val="0"/>
        </a:spcBef>
        <a:spcAft>
          <a:spcPts val="675"/>
        </a:spcAft>
        <a:buClrTx/>
        <a:buSzTx/>
        <a:buFont typeface="Arial"/>
        <a:buChar char="•"/>
        <a:tabLst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5" userDrawn="1">
          <p15:clr>
            <a:srgbClr val="F26B43"/>
          </p15:clr>
        </p15:guide>
        <p15:guide id="2" pos="340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420" userDrawn="1">
          <p15:clr>
            <a:srgbClr val="F26B43"/>
          </p15:clr>
        </p15:guide>
        <p15:guide id="5" orient="horz" pos="3066" userDrawn="1">
          <p15:clr>
            <a:srgbClr val="F26B43"/>
          </p15:clr>
        </p15:guide>
        <p15:guide id="6" orient="horz" pos="854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1314" userDrawn="1">
          <p15:clr>
            <a:srgbClr val="F26B43"/>
          </p15:clr>
        </p15:guide>
        <p15:guide id="9" orient="horz" pos="2896" userDrawn="1">
          <p15:clr>
            <a:srgbClr val="F26B43"/>
          </p15:clr>
        </p15:guide>
        <p15:guide id="10" orient="horz" pos="14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BADD450-4C0A-54CA-06A6-FA161ADBD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53" y="683427"/>
            <a:ext cx="7748693" cy="404891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DD27E60-FC56-8134-A2DA-52F6C4C8F309}"/>
              </a:ext>
            </a:extLst>
          </p:cNvPr>
          <p:cNvSpPr txBox="1"/>
          <p:nvPr/>
        </p:nvSpPr>
        <p:spPr>
          <a:xfrm>
            <a:off x="539750" y="532086"/>
            <a:ext cx="8064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080808"/>
                </a:solidFill>
              </a:rPr>
              <a:t>Livebild der Kamera 1</a:t>
            </a:r>
            <a:br>
              <a:rPr lang="de-DE" sz="1100" dirty="0">
                <a:solidFill>
                  <a:srgbClr val="080808"/>
                </a:solidFill>
              </a:rPr>
            </a:br>
            <a:r>
              <a:rPr lang="de-DE" sz="1100" dirty="0">
                <a:solidFill>
                  <a:srgbClr val="080808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50757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FA842E72-833B-F03F-69D3-C383198CC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5061"/>
            <a:ext cx="9144000" cy="25133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A82DD84-0E09-2CD6-6448-0EB3D47188D8}"/>
              </a:ext>
            </a:extLst>
          </p:cNvPr>
          <p:cNvSpPr txBox="1"/>
          <p:nvPr/>
        </p:nvSpPr>
        <p:spPr>
          <a:xfrm>
            <a:off x="372226" y="1097478"/>
            <a:ext cx="8064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080808"/>
                </a:solidFill>
              </a:rPr>
              <a:t>Übersicht aller Kameras</a:t>
            </a:r>
            <a:br>
              <a:rPr lang="de-DE" sz="1100" dirty="0">
                <a:solidFill>
                  <a:srgbClr val="080808"/>
                </a:solidFill>
              </a:rPr>
            </a:br>
            <a:r>
              <a:rPr lang="de-DE" sz="1100" dirty="0">
                <a:solidFill>
                  <a:srgbClr val="080808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58202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5D7CA77-A039-293E-71F5-E8F3F3D58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560"/>
            <a:ext cx="9144000" cy="234837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FA137AF-CBE3-F117-F676-AAD7121ED1A6}"/>
              </a:ext>
            </a:extLst>
          </p:cNvPr>
          <p:cNvSpPr txBox="1"/>
          <p:nvPr/>
        </p:nvSpPr>
        <p:spPr>
          <a:xfrm>
            <a:off x="372226" y="1097478"/>
            <a:ext cx="8064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080808"/>
                </a:solidFill>
              </a:rPr>
              <a:t>Beispiel der Zone „</a:t>
            </a:r>
            <a:r>
              <a:rPr lang="de-DE" sz="1100" b="1" dirty="0" err="1">
                <a:solidFill>
                  <a:srgbClr val="080808"/>
                </a:solidFill>
              </a:rPr>
              <a:t>Fuetterung</a:t>
            </a:r>
            <a:r>
              <a:rPr lang="de-DE" sz="1100" b="1" dirty="0">
                <a:solidFill>
                  <a:srgbClr val="080808"/>
                </a:solidFill>
              </a:rPr>
              <a:t>“ in den Buchten</a:t>
            </a:r>
            <a:br>
              <a:rPr lang="de-DE" sz="1100" dirty="0">
                <a:solidFill>
                  <a:srgbClr val="080808"/>
                </a:solidFill>
              </a:rPr>
            </a:br>
            <a:r>
              <a:rPr lang="de-DE" sz="1100" dirty="0">
                <a:solidFill>
                  <a:srgbClr val="080808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8960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D69C3B0-DD23-3A48-BDF5-EB6AD7B38A09}"/>
              </a:ext>
            </a:extLst>
          </p:cNvPr>
          <p:cNvSpPr txBox="1"/>
          <p:nvPr/>
        </p:nvSpPr>
        <p:spPr>
          <a:xfrm>
            <a:off x="539750" y="1627188"/>
            <a:ext cx="80645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080808"/>
                </a:solidFill>
                <a:latin typeface="+mj-lt"/>
              </a:rPr>
              <a:t>Tabellen: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“</a:t>
            </a:r>
            <a:r>
              <a:rPr lang="en-US" sz="1100" dirty="0">
                <a:solidFill>
                  <a:srgbClr val="080808"/>
                </a:solidFill>
                <a:latin typeface="+mj-lt"/>
              </a:rPr>
              <a:t>mean count per pen,label,1m 2024-06-19 - 2024-06-25” 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Tiere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die in der Zone “Pen”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erkannt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wurden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;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Unterscheidung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in 	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stehende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/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liegende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Schweine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(label Pig und Piglet (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Schwein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und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Ferkel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)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nicht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wichtig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, da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nur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Schweine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in der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Bucht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	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sind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.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sz="1100" dirty="0">
              <a:solidFill>
                <a:srgbClr val="080808"/>
              </a:solidFill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„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mean speed per camera,1m 2024-06-19 - </a:t>
            </a:r>
            <a:r>
              <a:rPr lang="en-US" sz="110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2024-06-25”</a:t>
            </a:r>
            <a:r>
              <a:rPr lang="de-DE" sz="1100" dirty="0">
                <a:solidFill>
                  <a:srgbClr val="080808"/>
                </a:solidFill>
                <a:latin typeface="+mj-lt"/>
              </a:rPr>
              <a:t>	Bewegungsgeschwindigkeit </a:t>
            </a:r>
            <a:r>
              <a:rPr lang="de-DE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de-DE" sz="1100" i="0" dirty="0">
                <a:solidFill>
                  <a:srgbClr val="080808"/>
                </a:solidFill>
                <a:effectLst/>
                <a:latin typeface="+mj-lt"/>
              </a:rPr>
              <a:t>durchschnittliche Bewegungsgeschwindigkeit aller Tiere die von der Kamera erfasst 	werden. Liegende Tiere werden dabei mit 0m/s gerechnet. Die Angaben in der </a:t>
            </a:r>
            <a:r>
              <a:rPr lang="de-DE" sz="1100" i="0" dirty="0" err="1">
                <a:solidFill>
                  <a:srgbClr val="080808"/>
                </a:solidFill>
                <a:effectLst/>
                <a:latin typeface="+mj-lt"/>
              </a:rPr>
              <a:t>csv</a:t>
            </a:r>
            <a:r>
              <a:rPr lang="de-DE" sz="1100" i="0" dirty="0">
                <a:solidFill>
                  <a:srgbClr val="080808"/>
                </a:solidFill>
                <a:effectLst/>
                <a:latin typeface="+mj-lt"/>
              </a:rPr>
              <a:t> Datei sind </a:t>
            </a:r>
            <a:r>
              <a:rPr lang="de-DE" sz="1100" i="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+mj-lt"/>
              </a:rPr>
              <a:t> nicht in Metern, 	sondern 	in "% der kurzen Seitenlänge des Kamerabildes" erfasst.</a:t>
            </a:r>
            <a:r>
              <a:rPr lang="de-DE" sz="1100" i="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+mj-lt"/>
                <a:sym typeface="Wingdings" panose="05000000000000000000" pitchFamily="2" charset="2"/>
              </a:rPr>
              <a:t> Zuweisung </a:t>
            </a:r>
            <a:r>
              <a:rPr lang="de-DE" sz="1100" dirty="0">
                <a:solidFill>
                  <a:srgbClr val="080808"/>
                </a:solidFill>
                <a:highlight>
                  <a:srgbClr val="FFFFFF"/>
                </a:highlight>
                <a:latin typeface="+mj-lt"/>
                <a:sym typeface="Wingdings" panose="05000000000000000000" pitchFamily="2" charset="2"/>
              </a:rPr>
              <a:t>der Kameras sind in einem </a:t>
            </a:r>
            <a:r>
              <a:rPr lang="de-DE" sz="1100" dirty="0" err="1">
                <a:solidFill>
                  <a:srgbClr val="080808"/>
                </a:solidFill>
                <a:highlight>
                  <a:srgbClr val="FFFFFF"/>
                </a:highlight>
                <a:latin typeface="+mj-lt"/>
                <a:sym typeface="Wingdings" panose="05000000000000000000" pitchFamily="2" charset="2"/>
              </a:rPr>
              <a:t>seperaten</a:t>
            </a:r>
            <a:r>
              <a:rPr lang="de-DE" sz="1100" dirty="0">
                <a:solidFill>
                  <a:srgbClr val="080808"/>
                </a:solidFill>
                <a:highlight>
                  <a:srgbClr val="FFFFFF"/>
                </a:highlight>
                <a:latin typeface="+mj-lt"/>
                <a:sym typeface="Wingdings" panose="05000000000000000000" pitchFamily="2" charset="2"/>
              </a:rPr>
              <a:t> R-</a:t>
            </a:r>
            <a:r>
              <a:rPr lang="de-DE" sz="1100" dirty="0" err="1">
                <a:solidFill>
                  <a:srgbClr val="080808"/>
                </a:solidFill>
                <a:highlight>
                  <a:srgbClr val="FFFFFF"/>
                </a:highlight>
                <a:latin typeface="+mj-lt"/>
                <a:sym typeface="Wingdings" panose="05000000000000000000" pitchFamily="2" charset="2"/>
              </a:rPr>
              <a:t>Skrips</a:t>
            </a:r>
            <a:r>
              <a:rPr lang="de-DE" sz="1100" dirty="0">
                <a:solidFill>
                  <a:srgbClr val="080808"/>
                </a:solidFill>
                <a:highlight>
                  <a:srgbClr val="FFFFFF"/>
                </a:highlight>
                <a:latin typeface="+mj-lt"/>
                <a:sym typeface="Wingdings" panose="05000000000000000000" pitchFamily="2" charset="2"/>
              </a:rPr>
              <a:t>. 	Dabei müsste die kürzeste Seite mit in dem R-Skript stehen als  "</a:t>
            </a:r>
            <a:r>
              <a:rPr lang="de-DE" sz="1100" dirty="0" err="1">
                <a:solidFill>
                  <a:srgbClr val="080808"/>
                </a:solidFill>
                <a:highlight>
                  <a:srgbClr val="FFFFFF"/>
                </a:highlight>
                <a:latin typeface="+mj-lt"/>
                <a:sym typeface="Wingdings" panose="05000000000000000000" pitchFamily="2" charset="2"/>
              </a:rPr>
              <a:t>realWorldHeight</a:t>
            </a:r>
            <a:r>
              <a:rPr lang="de-DE" sz="1100" dirty="0">
                <a:solidFill>
                  <a:srgbClr val="080808"/>
                </a:solidFill>
                <a:highlight>
                  <a:srgbClr val="FFFFFF"/>
                </a:highlight>
                <a:latin typeface="+mj-lt"/>
                <a:sym typeface="Wingdings" panose="05000000000000000000" pitchFamily="2" charset="2"/>
              </a:rPr>
              <a:t>„ </a:t>
            </a:r>
          </a:p>
          <a:p>
            <a:endParaRPr lang="de-DE" sz="1100" dirty="0">
              <a:solidFill>
                <a:srgbClr val="080808"/>
              </a:solidFill>
              <a:latin typeface="+mj-lt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„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mean count per pen,fuetterung,1m 2024-06-19 - 2024-06-25” 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Tiere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die in den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Zonen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“Pen” und “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fuetterung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=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fuetterung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”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erkannt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wurden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. </a:t>
            </a:r>
            <a:endParaRPr lang="de-DE" sz="1100" dirty="0">
              <a:solidFill>
                <a:srgbClr val="080808"/>
              </a:solidFill>
              <a:latin typeface="+mj-lt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DE" sz="1100" dirty="0">
              <a:solidFill>
                <a:srgbClr val="080808"/>
              </a:solidFill>
              <a:latin typeface="+mj-lt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„</a:t>
            </a:r>
            <a:r>
              <a:rPr lang="en-US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mean count per pen,beschaeftigung,1m 2024-06-19 - 2024-06-25</a:t>
            </a:r>
            <a:r>
              <a:rPr lang="de-DE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“  Tiere die in der Zone „Pen“ und „</a:t>
            </a:r>
            <a:r>
              <a:rPr lang="de-DE" sz="1100" dirty="0" err="1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beschäftigung</a:t>
            </a:r>
            <a:r>
              <a:rPr lang="de-DE" sz="1100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=spiel“ erkannt wurden </a:t>
            </a:r>
            <a:endParaRPr lang="de-DE" sz="1100" dirty="0">
              <a:solidFill>
                <a:srgbClr val="080808"/>
              </a:solidFill>
              <a:latin typeface="+mj-lt"/>
            </a:endParaRPr>
          </a:p>
          <a:p>
            <a:endParaRPr lang="de-DE" sz="1100" dirty="0">
              <a:solidFill>
                <a:srgbClr val="080808"/>
              </a:solidFill>
              <a:latin typeface="+mj-lt"/>
            </a:endParaRPr>
          </a:p>
          <a:p>
            <a:r>
              <a:rPr lang="de-DE" sz="1100" b="1" dirty="0">
                <a:solidFill>
                  <a:srgbClr val="080808"/>
                </a:solidFill>
                <a:latin typeface="+mj-lt"/>
              </a:rPr>
              <a:t>Zeit</a:t>
            </a:r>
            <a:r>
              <a:rPr lang="de-DE" sz="1100" b="1" dirty="0">
                <a:solidFill>
                  <a:srgbClr val="080808"/>
                </a:solidFill>
                <a:latin typeface="+mj-lt"/>
                <a:sym typeface="Wingdings" panose="05000000000000000000" pitchFamily="2" charset="2"/>
              </a:rPr>
              <a:t></a:t>
            </a:r>
          </a:p>
          <a:p>
            <a:r>
              <a:rPr lang="de-DE" sz="11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timestamps</a:t>
            </a:r>
            <a:r>
              <a:rPr lang="de-DE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sind in Nanosekunden</a:t>
            </a:r>
            <a:r>
              <a:rPr lang="de-DE" sz="1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de-DE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=&gt; 10</a:t>
            </a:r>
            <a:r>
              <a:rPr lang="de-DE" sz="1100" b="0" i="0" baseline="30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9</a:t>
            </a:r>
            <a:r>
              <a:rPr lang="de-DE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dividiert kommen normale </a:t>
            </a:r>
            <a:r>
              <a:rPr lang="de-DE" sz="11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unix</a:t>
            </a:r>
            <a:r>
              <a:rPr lang="de-DE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de-DE" sz="11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timestamps</a:t>
            </a:r>
            <a:r>
              <a:rPr lang="de-DE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(je eine Minute)</a:t>
            </a:r>
            <a:endParaRPr lang="de-DE" sz="1100" dirty="0">
              <a:solidFill>
                <a:srgbClr val="080808"/>
              </a:solidFill>
              <a:latin typeface="+mj-lt"/>
            </a:endParaRPr>
          </a:p>
          <a:p>
            <a:endParaRPr lang="de-DE" sz="1100" dirty="0">
              <a:solidFill>
                <a:srgbClr val="080808"/>
              </a:solidFill>
              <a:latin typeface="+mj-lt"/>
            </a:endParaRPr>
          </a:p>
          <a:p>
            <a:endParaRPr lang="de-DE" dirty="0">
              <a:solidFill>
                <a:srgbClr val="08080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937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2C3FCA4-8A33-D603-4B8C-D7B650338EBD}"/>
              </a:ext>
            </a:extLst>
          </p:cNvPr>
          <p:cNvSpPr txBox="1"/>
          <p:nvPr/>
        </p:nvSpPr>
        <p:spPr>
          <a:xfrm>
            <a:off x="539750" y="1355725"/>
            <a:ext cx="80645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080808"/>
                </a:solidFill>
              </a:rPr>
              <a:t>Vorhaben:</a:t>
            </a:r>
          </a:p>
          <a:p>
            <a:r>
              <a:rPr lang="de-DE" sz="1100" dirty="0">
                <a:solidFill>
                  <a:srgbClr val="080808"/>
                </a:solidFill>
              </a:rPr>
              <a:t>Untersucht werden soll die Auswirkung verschiedener Futtermittel auf die Aktivität der Tiere.</a:t>
            </a:r>
          </a:p>
          <a:p>
            <a:r>
              <a:rPr lang="de-DE" sz="1100" dirty="0">
                <a:solidFill>
                  <a:srgbClr val="080808"/>
                </a:solidFill>
              </a:rPr>
              <a:t>	Interessante Parameter: </a:t>
            </a:r>
          </a:p>
          <a:p>
            <a:r>
              <a:rPr lang="de-DE" sz="1100" dirty="0">
                <a:solidFill>
                  <a:srgbClr val="080808"/>
                </a:solidFill>
              </a:rPr>
              <a:t>	Bewegung der Tiere in den einzelnen Buchten (Beeinflussung durch Stallung ?) </a:t>
            </a:r>
            <a:br>
              <a:rPr lang="de-DE" sz="1100" dirty="0">
                <a:solidFill>
                  <a:srgbClr val="080808"/>
                </a:solidFill>
              </a:rPr>
            </a:br>
            <a:r>
              <a:rPr lang="de-DE" sz="1100" dirty="0">
                <a:solidFill>
                  <a:srgbClr val="080808"/>
                </a:solidFill>
              </a:rPr>
              <a:t>	Bewegung der Tiere der verschiedenen Versuchsgruppen (Auswirkung von Futtermitteln) </a:t>
            </a:r>
          </a:p>
          <a:p>
            <a:r>
              <a:rPr lang="de-DE" sz="1100" dirty="0">
                <a:solidFill>
                  <a:srgbClr val="080808"/>
                </a:solidFill>
              </a:rPr>
              <a:t>	Liegende und stehende Tiere der einzelnen Buchten </a:t>
            </a:r>
            <a:br>
              <a:rPr lang="de-DE" sz="1100" dirty="0">
                <a:solidFill>
                  <a:srgbClr val="080808"/>
                </a:solidFill>
              </a:rPr>
            </a:br>
            <a:r>
              <a:rPr lang="de-DE" sz="1100" dirty="0">
                <a:solidFill>
                  <a:srgbClr val="080808"/>
                </a:solidFill>
              </a:rPr>
              <a:t>	Liegende und stehende Tiere der verschiedenen Versuchsgruppen (Bsp. Tiere liegen länger/mehr durch Futter XY) </a:t>
            </a:r>
            <a:br>
              <a:rPr lang="de-DE" sz="1100" dirty="0">
                <a:solidFill>
                  <a:srgbClr val="080808"/>
                </a:solidFill>
              </a:rPr>
            </a:br>
            <a:r>
              <a:rPr lang="de-DE" sz="1100" dirty="0">
                <a:solidFill>
                  <a:srgbClr val="080808"/>
                </a:solidFill>
              </a:rPr>
              <a:t>	Zeit in den Bereichen „Fütterung“ und „spielen“ (Bsp. längere Fresszeiten bei bestimmten Futtermitteln) </a:t>
            </a:r>
          </a:p>
          <a:p>
            <a:endParaRPr lang="de-DE" sz="1100" dirty="0">
              <a:solidFill>
                <a:srgbClr val="080808"/>
              </a:solidFill>
            </a:endParaRPr>
          </a:p>
          <a:p>
            <a:r>
              <a:rPr lang="de-DE" sz="1100" b="1" dirty="0">
                <a:solidFill>
                  <a:srgbClr val="080808"/>
                </a:solidFill>
              </a:rPr>
              <a:t>Für die „Verifizierung“ des Systems </a:t>
            </a:r>
          </a:p>
          <a:p>
            <a:r>
              <a:rPr lang="de-DE" sz="1100" dirty="0">
                <a:solidFill>
                  <a:srgbClr val="080808"/>
                </a:solidFill>
              </a:rPr>
              <a:t>	Anzahl der Tiere im Bereich „</a:t>
            </a:r>
            <a:r>
              <a:rPr lang="de-DE" sz="1100" dirty="0" err="1">
                <a:solidFill>
                  <a:srgbClr val="080808"/>
                </a:solidFill>
              </a:rPr>
              <a:t>pen</a:t>
            </a:r>
            <a:r>
              <a:rPr lang="de-DE" sz="1100" dirty="0">
                <a:solidFill>
                  <a:srgbClr val="080808"/>
                </a:solidFill>
              </a:rPr>
              <a:t>“ (Pen = Bucht mit 12 Schweinen) </a:t>
            </a:r>
          </a:p>
          <a:p>
            <a:r>
              <a:rPr lang="de-DE" sz="1100" dirty="0">
                <a:solidFill>
                  <a:srgbClr val="080808"/>
                </a:solidFill>
              </a:rPr>
              <a:t>	</a:t>
            </a:r>
            <a:r>
              <a:rPr lang="de-DE" sz="1100" dirty="0">
                <a:solidFill>
                  <a:srgbClr val="080808"/>
                </a:solidFill>
                <a:sym typeface="Wingdings" panose="05000000000000000000" pitchFamily="2" charset="2"/>
              </a:rPr>
              <a:t> theoretisch sollte das System dauerhaft um die 12 Tiere erkennen </a:t>
            </a:r>
          </a:p>
          <a:p>
            <a:br>
              <a:rPr lang="de-DE" sz="1100" dirty="0">
                <a:solidFill>
                  <a:srgbClr val="080808"/>
                </a:solidFill>
              </a:rPr>
            </a:br>
            <a:r>
              <a:rPr lang="de-DE" sz="1100" dirty="0">
                <a:solidFill>
                  <a:srgbClr val="080808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5119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2C3FCA4-8A33-D603-4B8C-D7B650338EBD}"/>
              </a:ext>
            </a:extLst>
          </p:cNvPr>
          <p:cNvSpPr txBox="1"/>
          <p:nvPr/>
        </p:nvSpPr>
        <p:spPr>
          <a:xfrm>
            <a:off x="539750" y="1355725"/>
            <a:ext cx="80645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080808"/>
                </a:solidFill>
              </a:rPr>
              <a:t>Beispiel der Aufteilung der Buchten bei vier Varianten</a:t>
            </a:r>
          </a:p>
          <a:p>
            <a:br>
              <a:rPr lang="de-DE" sz="1100" dirty="0">
                <a:solidFill>
                  <a:srgbClr val="080808"/>
                </a:solidFill>
              </a:rPr>
            </a:br>
            <a:r>
              <a:rPr lang="de-DE" sz="1100" dirty="0">
                <a:solidFill>
                  <a:srgbClr val="080808"/>
                </a:solidFill>
              </a:rPr>
              <a:t>	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B770A83-0989-5AEB-BF95-769F60D82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705" y="860618"/>
            <a:ext cx="2761423" cy="465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8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9C4BEDA-3F65-48A8-3677-9A633197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222"/>
            <a:ext cx="9144000" cy="331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4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E83ECAE-9188-B9CB-C6F3-721931AC1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329"/>
            <a:ext cx="9144000" cy="336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35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9AA138B-A951-95BA-D2F2-550A50949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300"/>
            <a:ext cx="9144000" cy="3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29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0F5D924-51F6-018D-0B19-E3845B939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992"/>
            <a:ext cx="9144000" cy="336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562693"/>
      </p:ext>
    </p:extLst>
  </p:cSld>
  <p:clrMapOvr>
    <a:masterClrMapping/>
  </p:clrMapOvr>
</p:sld>
</file>

<file path=ppt/theme/theme1.xml><?xml version="1.0" encoding="utf-8"?>
<a:theme xmlns:a="http://schemas.openxmlformats.org/drawingml/2006/main" name="HSOS Titelfolien">
  <a:themeElements>
    <a:clrScheme name="HSOS">
      <a:dk1>
        <a:srgbClr val="5E5E5D"/>
      </a:dk1>
      <a:lt1>
        <a:sysClr val="window" lastClr="FFFFFF"/>
      </a:lt1>
      <a:dk2>
        <a:srgbClr val="009EE3"/>
      </a:dk2>
      <a:lt2>
        <a:srgbClr val="CBCBCC"/>
      </a:lt2>
      <a:accent1>
        <a:srgbClr val="BD9BA4"/>
      </a:accent1>
      <a:accent2>
        <a:srgbClr val="CCA195"/>
      </a:accent2>
      <a:accent3>
        <a:srgbClr val="D6B85F"/>
      </a:accent3>
      <a:accent4>
        <a:srgbClr val="8CAF90"/>
      </a:accent4>
      <a:accent5>
        <a:srgbClr val="85A1B2"/>
      </a:accent5>
      <a:accent6>
        <a:srgbClr val="99BFC7"/>
      </a:accent6>
      <a:hlink>
        <a:srgbClr val="005F73"/>
      </a:hlink>
      <a:folHlink>
        <a:srgbClr val="005F80"/>
      </a:folHlink>
    </a:clrScheme>
    <a:fontScheme name="HSO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D5760B021621C43891FF08C67F6C2B4" ma:contentTypeVersion="2" ma:contentTypeDescription="Ein neues Dokument erstellen." ma:contentTypeScope="" ma:versionID="9a781e8120ede2d03badcb187f2126b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8312f287972feabf67e0b4e74b8483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AB7983-3824-4974-9DA6-BD508B1A3192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503AAD3-3659-4AF9-A6AD-372A681C0F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CEEC276-B40A-451C-8246-D998A9EFAA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385</Words>
  <Application>Microsoft Office PowerPoint</Application>
  <PresentationFormat>Bildschirmpräsentation (16:9)</PresentationFormat>
  <Paragraphs>26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arial</vt:lpstr>
      <vt:lpstr>arial</vt:lpstr>
      <vt:lpstr>Calibri</vt:lpstr>
      <vt:lpstr>RobotoRemix-Regular</vt:lpstr>
      <vt:lpstr>Wingdings</vt:lpstr>
      <vt:lpstr>HSOS Titelfolien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HSOS PowerPoint-Präsentation</dc:title>
  <dc:creator>ARTDB</dc:creator>
  <cp:lastModifiedBy>Steffen Apelt</cp:lastModifiedBy>
  <cp:revision>47</cp:revision>
  <dcterms:created xsi:type="dcterms:W3CDTF">2016-01-20T17:10:16Z</dcterms:created>
  <dcterms:modified xsi:type="dcterms:W3CDTF">2024-07-16T15:21:00Z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0x010100DD5760B021621C43891FF08C67F6C2B4</vt:lpwstr>
  </property>
</Properties>
</file>