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69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2D30A-3269-9548-BF48-13E05674A3A1}" type="datetimeFigureOut">
              <a:rPr lang="de-DE" smtClean="0"/>
              <a:t>22.04.26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6E5EBA-8836-7248-8B7A-47C594E00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5847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57943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27499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93480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51336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2206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76238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60208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54565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08566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2277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70150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19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D61C0E90-A849-3BA0-33C1-76CDAA2AE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710" y="0"/>
            <a:ext cx="4092162" cy="408073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BE59B0E-E021-F795-C784-B5ADCAF478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61" r="11920" b="7131"/>
          <a:stretch>
            <a:fillRect/>
          </a:stretch>
        </p:blipFill>
        <p:spPr>
          <a:xfrm>
            <a:off x="0" y="0"/>
            <a:ext cx="5563134" cy="312926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B4CDD63-5136-A7EE-1AB2-17262BA9CB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856" t="16453" r="25765"/>
          <a:stretch>
            <a:fillRect/>
          </a:stretch>
        </p:blipFill>
        <p:spPr>
          <a:xfrm>
            <a:off x="9522941" y="0"/>
            <a:ext cx="2669059" cy="509304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BA64EDF-B971-2A89-A04F-D77BCEF55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56832"/>
            <a:ext cx="2874094" cy="3501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E466D4B-8B0B-4A89-65D5-D924A9EA1A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7900" y="4184745"/>
            <a:ext cx="3150837" cy="267325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D22BF8C-FB2F-4557-0AD3-FC2F5FE269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3687" y="4602462"/>
            <a:ext cx="4393905" cy="225553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60568D5-EC98-B4FE-3A21-1F9EA083D8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1324" y="3253003"/>
            <a:ext cx="3249356" cy="95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643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Macintosh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2013 – 2022-Design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Kruppa-Scheetz, Jochen</dc:creator>
  <cp:lastModifiedBy>Kruppa-Scheetz, Jochen</cp:lastModifiedBy>
  <cp:revision>24</cp:revision>
  <dcterms:created xsi:type="dcterms:W3CDTF">2025-12-09T10:35:03Z</dcterms:created>
  <dcterms:modified xsi:type="dcterms:W3CDTF">2026-04-22T18:05:45Z</dcterms:modified>
</cp:coreProperties>
</file>