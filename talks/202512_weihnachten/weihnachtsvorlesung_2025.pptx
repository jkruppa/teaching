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7" r:id="rId4"/>
    <p:sldId id="260" r:id="rId5"/>
    <p:sldId id="26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63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8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87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39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58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6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60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03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614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45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91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705CB8-5FD9-28DD-8110-2CC52A2AC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r>
              <a:rPr lang="de-DE" sz="6000" dirty="0"/>
              <a:t>Weihnachtsvorlesung</a:t>
            </a:r>
            <a:br>
              <a:rPr lang="de-DE" sz="6000" dirty="0"/>
            </a:br>
            <a:br>
              <a:rPr lang="de-DE" sz="6000" dirty="0"/>
            </a:br>
            <a:r>
              <a:rPr lang="de-DE" sz="3200" dirty="0"/>
              <a:t>Jochen Kruppa-Scheetz</a:t>
            </a:r>
            <a:endParaRPr lang="de-DE" sz="60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C65637-3CFE-A359-37FE-489786C0B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5103862"/>
            <a:ext cx="4172757" cy="845487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endParaRPr lang="de-DE" dirty="0"/>
          </a:p>
          <a:p>
            <a:pPr>
              <a:lnSpc>
                <a:spcPct val="100000"/>
              </a:lnSpc>
            </a:pPr>
            <a:r>
              <a:rPr lang="de-DE" dirty="0"/>
              <a:t>Wintersemester 2025/26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7765D17-4544-6D5D-BA4D-6D2464E95C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745" b="1"/>
          <a:stretch>
            <a:fillRect/>
          </a:stretch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92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CF7CB90-9A02-FA92-9099-DBD48AFF31AA}"/>
              </a:ext>
            </a:extLst>
          </p:cNvPr>
          <p:cNvSpPr txBox="1"/>
          <p:nvPr/>
        </p:nvSpPr>
        <p:spPr>
          <a:xfrm>
            <a:off x="695325" y="2485103"/>
            <a:ext cx="8884104" cy="32695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cap="all" spc="30">
                <a:latin typeface="+mj-lt"/>
                <a:ea typeface="+mj-ea"/>
                <a:cs typeface="+mj-cs"/>
              </a:rPr>
              <a:t>In der folgenden Präsentation wird KI genutzt um wilden Klamauk zu treiben. Dafür wurde sie nicht entwickelt.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672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3BA80D2-1FCB-485E-95E6-FAAA7488EC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12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15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43D6E5-AA82-7E55-07DF-93F723D8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2244909"/>
            <a:ext cx="4693473" cy="39540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Wer geht wann auf‘s Klo?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14478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529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2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2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2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062E0CC-08AB-292F-CE16-D828F52B9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1" r="11920" b="713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6" name="Rectangle 28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E42C803-6AE2-AC8E-2B7E-E67BD368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86" y="908651"/>
            <a:ext cx="5230366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800" b="1"/>
              <a:t>Nutzen Sie Ihr Handy auf der Toilette?</a:t>
            </a:r>
          </a:p>
        </p:txBody>
      </p:sp>
      <p:cxnSp>
        <p:nvCxnSpPr>
          <p:cNvPr id="37" name="Straight Connector 30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914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1D6539C-D45F-C904-CBE7-F86CBA9971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24" r="697" b="9092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39A0BF-1B10-5634-332E-AD7A1992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/>
              <a:t>HabeN Sie einen harten Stuhl?</a:t>
            </a:r>
          </a:p>
        </p:txBody>
      </p:sp>
    </p:spTree>
    <p:extLst>
      <p:ext uri="{BB962C8B-B14F-4D97-AF65-F5344CB8AC3E}">
        <p14:creationId xmlns:p14="http://schemas.microsoft.com/office/powerpoint/2010/main" val="162520477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Macintosh PowerPoint</Application>
  <PresentationFormat>Breitbild</PresentationFormat>
  <Paragraphs>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Weihnachtsvorlesung  Jochen Kruppa-Scheetz</vt:lpstr>
      <vt:lpstr>PowerPoint-Präsentation</vt:lpstr>
      <vt:lpstr>Wer geht wann auf‘s Klo?</vt:lpstr>
      <vt:lpstr>Nutzen Sie Ihr Handy auf der Toilette?</vt:lpstr>
      <vt:lpstr>HabeN Sie einen harten Stuhl?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Kruppa-Scheetz, Jochen</dc:creator>
  <cp:lastModifiedBy>Kruppa-Scheetz, Jochen</cp:lastModifiedBy>
  <cp:revision>3</cp:revision>
  <dcterms:created xsi:type="dcterms:W3CDTF">2025-12-09T10:35:03Z</dcterms:created>
  <dcterms:modified xsi:type="dcterms:W3CDTF">2025-12-09T10:56:21Z</dcterms:modified>
</cp:coreProperties>
</file>